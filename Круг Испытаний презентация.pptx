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3" r:id="rId5"/>
    <p:sldId id="259" r:id="rId6"/>
    <p:sldId id="261" r:id="rId7"/>
    <p:sldId id="260" r:id="rId8"/>
    <p:sldId id="262" r:id="rId9"/>
    <p:sldId id="274" r:id="rId10"/>
    <p:sldId id="271" r:id="rId11"/>
    <p:sldId id="272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6C38F70-4C3C-4DA3-8108-7431AB261C3A}">
          <p14:sldIdLst>
            <p14:sldId id="256"/>
          </p14:sldIdLst>
        </p14:section>
        <p14:section name="Раздел без заголовка" id="{439872C2-C843-4EB2-B83A-E89665740463}">
          <p14:sldIdLst>
            <p14:sldId id="257"/>
            <p14:sldId id="258"/>
            <p14:sldId id="273"/>
            <p14:sldId id="259"/>
            <p14:sldId id="261"/>
            <p14:sldId id="260"/>
            <p14:sldId id="262"/>
            <p14:sldId id="274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215" autoAdjust="0"/>
  </p:normalViewPr>
  <p:slideViewPr>
    <p:cSldViewPr snapToGrid="0">
      <p:cViewPr varScale="1">
        <p:scale>
          <a:sx n="53" d="100"/>
          <a:sy n="53" d="100"/>
        </p:scale>
        <p:origin x="80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аксим Савельев" userId="15bbd97c3feb820d" providerId="LiveId" clId="{2E56E7A8-F23E-40E7-8F16-FC52779875E5}"/>
    <pc:docChg chg="undo custSel modSld">
      <pc:chgData name="Максим Савельев" userId="15bbd97c3feb820d" providerId="LiveId" clId="{2E56E7A8-F23E-40E7-8F16-FC52779875E5}" dt="2026-01-19T13:21:51.954" v="122" actId="2711"/>
      <pc:docMkLst>
        <pc:docMk/>
      </pc:docMkLst>
      <pc:sldChg chg="modSp mod">
        <pc:chgData name="Максим Савельев" userId="15bbd97c3feb820d" providerId="LiveId" clId="{2E56E7A8-F23E-40E7-8F16-FC52779875E5}" dt="2026-01-19T13:16:53.792" v="7" actId="2711"/>
        <pc:sldMkLst>
          <pc:docMk/>
          <pc:sldMk cId="3309006168" sldId="256"/>
        </pc:sldMkLst>
        <pc:spChg chg="mod">
          <ac:chgData name="Максим Савельев" userId="15bbd97c3feb820d" providerId="LiveId" clId="{2E56E7A8-F23E-40E7-8F16-FC52779875E5}" dt="2026-01-19T13:16:53.792" v="7" actId="2711"/>
          <ac:spMkLst>
            <pc:docMk/>
            <pc:sldMk cId="3309006168" sldId="256"/>
            <ac:spMk id="5" creationId="{2D612B58-CA20-583D-A1C5-2A6AD1E2BD3B}"/>
          </ac:spMkLst>
        </pc:spChg>
        <pc:spChg chg="mod">
          <ac:chgData name="Максим Савельев" userId="15bbd97c3feb820d" providerId="LiveId" clId="{2E56E7A8-F23E-40E7-8F16-FC52779875E5}" dt="2026-01-19T13:16:38.450" v="5" actId="1076"/>
          <ac:spMkLst>
            <pc:docMk/>
            <pc:sldMk cId="3309006168" sldId="256"/>
            <ac:spMk id="13" creationId="{9F27A5D5-8568-13BC-C026-84CFF7D46F6C}"/>
          </ac:spMkLst>
        </pc:spChg>
        <pc:spChg chg="mod">
          <ac:chgData name="Максим Савельев" userId="15bbd97c3feb820d" providerId="LiveId" clId="{2E56E7A8-F23E-40E7-8F16-FC52779875E5}" dt="2026-01-19T13:16:46.414" v="6" actId="2711"/>
          <ac:spMkLst>
            <pc:docMk/>
            <pc:sldMk cId="3309006168" sldId="256"/>
            <ac:spMk id="14" creationId="{FF983BE5-3A93-B6B7-AF8E-15F949EC4A0B}"/>
          </ac:spMkLst>
        </pc:spChg>
        <pc:picChg chg="mod">
          <ac:chgData name="Максим Савельев" userId="15bbd97c3feb820d" providerId="LiveId" clId="{2E56E7A8-F23E-40E7-8F16-FC52779875E5}" dt="2026-01-19T13:16:33.834" v="2" actId="1076"/>
          <ac:picMkLst>
            <pc:docMk/>
            <pc:sldMk cId="3309006168" sldId="256"/>
            <ac:picMk id="2" creationId="{CF7F5178-DDD3-CCA2-9C14-8B396D572387}"/>
          </ac:picMkLst>
        </pc:picChg>
      </pc:sldChg>
      <pc:sldChg chg="modSp mod">
        <pc:chgData name="Максим Савельев" userId="15bbd97c3feb820d" providerId="LiveId" clId="{2E56E7A8-F23E-40E7-8F16-FC52779875E5}" dt="2026-01-19T13:17:54.674" v="10" actId="2711"/>
        <pc:sldMkLst>
          <pc:docMk/>
          <pc:sldMk cId="621080368" sldId="257"/>
        </pc:sldMkLst>
        <pc:spChg chg="mod">
          <ac:chgData name="Максим Савельев" userId="15bbd97c3feb820d" providerId="LiveId" clId="{2E56E7A8-F23E-40E7-8F16-FC52779875E5}" dt="2026-01-19T13:17:08.399" v="8" actId="2711"/>
          <ac:spMkLst>
            <pc:docMk/>
            <pc:sldMk cId="621080368" sldId="257"/>
            <ac:spMk id="8" creationId="{1B2E32E2-4AE6-4409-820E-F634C6450D8F}"/>
          </ac:spMkLst>
        </pc:spChg>
        <pc:spChg chg="mod">
          <ac:chgData name="Максим Савельев" userId="15bbd97c3feb820d" providerId="LiveId" clId="{2E56E7A8-F23E-40E7-8F16-FC52779875E5}" dt="2026-01-19T13:17:54.674" v="10" actId="2711"/>
          <ac:spMkLst>
            <pc:docMk/>
            <pc:sldMk cId="621080368" sldId="257"/>
            <ac:spMk id="9" creationId="{054B5DC6-F63C-EA40-9B4F-7115F5E76634}"/>
          </ac:spMkLst>
        </pc:spChg>
      </pc:sldChg>
      <pc:sldChg chg="modSp mod">
        <pc:chgData name="Максим Савельев" userId="15bbd97c3feb820d" providerId="LiveId" clId="{2E56E7A8-F23E-40E7-8F16-FC52779875E5}" dt="2026-01-19T13:17:59.546" v="11" actId="2711"/>
        <pc:sldMkLst>
          <pc:docMk/>
          <pc:sldMk cId="561557879" sldId="258"/>
        </pc:sldMkLst>
        <pc:spChg chg="mod">
          <ac:chgData name="Максим Савельев" userId="15bbd97c3feb820d" providerId="LiveId" clId="{2E56E7A8-F23E-40E7-8F16-FC52779875E5}" dt="2026-01-19T13:17:15.374" v="9" actId="2711"/>
          <ac:spMkLst>
            <pc:docMk/>
            <pc:sldMk cId="561557879" sldId="258"/>
            <ac:spMk id="8" creationId="{77467C00-C176-0E6E-D14A-457B558F0683}"/>
          </ac:spMkLst>
        </pc:spChg>
        <pc:spChg chg="mod">
          <ac:chgData name="Максим Савельев" userId="15bbd97c3feb820d" providerId="LiveId" clId="{2E56E7A8-F23E-40E7-8F16-FC52779875E5}" dt="2026-01-19T13:17:59.546" v="11" actId="2711"/>
          <ac:spMkLst>
            <pc:docMk/>
            <pc:sldMk cId="561557879" sldId="258"/>
            <ac:spMk id="9" creationId="{1C35AC2E-6E5E-C46B-535A-3371268C5AF1}"/>
          </ac:spMkLst>
        </pc:spChg>
      </pc:sldChg>
      <pc:sldChg chg="modSp mod">
        <pc:chgData name="Максим Савельев" userId="15bbd97c3feb820d" providerId="LiveId" clId="{2E56E7A8-F23E-40E7-8F16-FC52779875E5}" dt="2026-01-19T13:21:47.829" v="121" actId="2711"/>
        <pc:sldMkLst>
          <pc:docMk/>
          <pc:sldMk cId="1386144287" sldId="259"/>
        </pc:sldMkLst>
        <pc:spChg chg="mod">
          <ac:chgData name="Максим Савельев" userId="15bbd97c3feb820d" providerId="LiveId" clId="{2E56E7A8-F23E-40E7-8F16-FC52779875E5}" dt="2026-01-19T13:18:21.585" v="15" actId="14100"/>
          <ac:spMkLst>
            <pc:docMk/>
            <pc:sldMk cId="1386144287" sldId="259"/>
            <ac:spMk id="5" creationId="{084E9F80-1A8D-4FE3-8845-8882A82DC7B4}"/>
          </ac:spMkLst>
        </pc:spChg>
        <pc:spChg chg="mod">
          <ac:chgData name="Максим Савельев" userId="15bbd97c3feb820d" providerId="LiveId" clId="{2E56E7A8-F23E-40E7-8F16-FC52779875E5}" dt="2026-01-19T13:21:47.829" v="121" actId="2711"/>
          <ac:spMkLst>
            <pc:docMk/>
            <pc:sldMk cId="1386144287" sldId="259"/>
            <ac:spMk id="6" creationId="{BD40369D-EC0D-0A57-1417-CE344227FEFA}"/>
          </ac:spMkLst>
        </pc:spChg>
      </pc:sldChg>
      <pc:sldChg chg="modSp mod">
        <pc:chgData name="Максим Савельев" userId="15bbd97c3feb820d" providerId="LiveId" clId="{2E56E7A8-F23E-40E7-8F16-FC52779875E5}" dt="2026-01-19T13:21:33.190" v="119" actId="20577"/>
        <pc:sldMkLst>
          <pc:docMk/>
          <pc:sldMk cId="2665384362" sldId="260"/>
        </pc:sldMkLst>
        <pc:spChg chg="mod">
          <ac:chgData name="Максим Савельев" userId="15bbd97c3feb820d" providerId="LiveId" clId="{2E56E7A8-F23E-40E7-8F16-FC52779875E5}" dt="2026-01-19T13:19:33.700" v="22" actId="1076"/>
          <ac:spMkLst>
            <pc:docMk/>
            <pc:sldMk cId="2665384362" sldId="260"/>
            <ac:spMk id="5" creationId="{0455CB79-FFC1-117B-FD24-D12E3C009CA0}"/>
          </ac:spMkLst>
        </pc:spChg>
        <pc:spChg chg="mod">
          <ac:chgData name="Максим Савельев" userId="15bbd97c3feb820d" providerId="LiveId" clId="{2E56E7A8-F23E-40E7-8F16-FC52779875E5}" dt="2026-01-19T13:21:33.190" v="119" actId="20577"/>
          <ac:spMkLst>
            <pc:docMk/>
            <pc:sldMk cId="2665384362" sldId="260"/>
            <ac:spMk id="15" creationId="{5161A047-0DFE-B949-871C-FFFD2F28A8BD}"/>
          </ac:spMkLst>
        </pc:spChg>
      </pc:sldChg>
      <pc:sldChg chg="modSp mod">
        <pc:chgData name="Максим Савельев" userId="15bbd97c3feb820d" providerId="LiveId" clId="{2E56E7A8-F23E-40E7-8F16-FC52779875E5}" dt="2026-01-19T13:21:41.737" v="120" actId="2711"/>
        <pc:sldMkLst>
          <pc:docMk/>
          <pc:sldMk cId="768009646" sldId="261"/>
        </pc:sldMkLst>
        <pc:spChg chg="mod">
          <ac:chgData name="Максим Савельев" userId="15bbd97c3feb820d" providerId="LiveId" clId="{2E56E7A8-F23E-40E7-8F16-FC52779875E5}" dt="2026-01-19T13:21:41.737" v="120" actId="2711"/>
          <ac:spMkLst>
            <pc:docMk/>
            <pc:sldMk cId="768009646" sldId="261"/>
            <ac:spMk id="3" creationId="{E7B5EB63-1B2A-0B6D-653D-F2CE68B39005}"/>
          </ac:spMkLst>
        </pc:spChg>
        <pc:spChg chg="mod">
          <ac:chgData name="Максим Савельев" userId="15bbd97c3feb820d" providerId="LiveId" clId="{2E56E7A8-F23E-40E7-8F16-FC52779875E5}" dt="2026-01-19T13:19:13.772" v="16" actId="2711"/>
          <ac:spMkLst>
            <pc:docMk/>
            <pc:sldMk cId="768009646" sldId="261"/>
            <ac:spMk id="5" creationId="{E47A9CEA-F2DF-ACAF-A64F-6EB29B4D90CA}"/>
          </ac:spMkLst>
        </pc:spChg>
      </pc:sldChg>
      <pc:sldChg chg="modSp mod">
        <pc:chgData name="Максим Савельев" userId="15bbd97c3feb820d" providerId="LiveId" clId="{2E56E7A8-F23E-40E7-8F16-FC52779875E5}" dt="2026-01-19T13:19:45.884" v="24" actId="2711"/>
        <pc:sldMkLst>
          <pc:docMk/>
          <pc:sldMk cId="558324282" sldId="262"/>
        </pc:sldMkLst>
        <pc:spChg chg="mod">
          <ac:chgData name="Максим Савельев" userId="15bbd97c3feb820d" providerId="LiveId" clId="{2E56E7A8-F23E-40E7-8F16-FC52779875E5}" dt="2026-01-19T13:19:45.884" v="24" actId="2711"/>
          <ac:spMkLst>
            <pc:docMk/>
            <pc:sldMk cId="558324282" sldId="262"/>
            <ac:spMk id="5" creationId="{1C189BC8-936C-7A09-439D-9C277799C96B}"/>
          </ac:spMkLst>
        </pc:spChg>
      </pc:sldChg>
      <pc:sldChg chg="modSp mod">
        <pc:chgData name="Максим Савельев" userId="15bbd97c3feb820d" providerId="LiveId" clId="{2E56E7A8-F23E-40E7-8F16-FC52779875E5}" dt="2026-01-19T13:20:46.318" v="109" actId="2711"/>
        <pc:sldMkLst>
          <pc:docMk/>
          <pc:sldMk cId="1760652684" sldId="271"/>
        </pc:sldMkLst>
        <pc:spChg chg="mod">
          <ac:chgData name="Максим Савельев" userId="15bbd97c3feb820d" providerId="LiveId" clId="{2E56E7A8-F23E-40E7-8F16-FC52779875E5}" dt="2026-01-19T13:20:06.027" v="26" actId="2711"/>
          <ac:spMkLst>
            <pc:docMk/>
            <pc:sldMk cId="1760652684" sldId="271"/>
            <ac:spMk id="8" creationId="{5BCD3622-46F6-BA05-A9F9-A128FEA73DD1}"/>
          </ac:spMkLst>
        </pc:spChg>
        <pc:spChg chg="mod">
          <ac:chgData name="Максим Савельев" userId="15bbd97c3feb820d" providerId="LiveId" clId="{2E56E7A8-F23E-40E7-8F16-FC52779875E5}" dt="2026-01-19T13:20:46.318" v="109" actId="2711"/>
          <ac:spMkLst>
            <pc:docMk/>
            <pc:sldMk cId="1760652684" sldId="271"/>
            <ac:spMk id="9" creationId="{72166C06-FCE5-A7BE-F433-B4437E1A95EB}"/>
          </ac:spMkLst>
        </pc:spChg>
      </pc:sldChg>
      <pc:sldChg chg="modSp mod">
        <pc:chgData name="Максим Савельев" userId="15bbd97c3feb820d" providerId="LiveId" clId="{2E56E7A8-F23E-40E7-8F16-FC52779875E5}" dt="2026-01-19T13:21:07.416" v="115" actId="1076"/>
        <pc:sldMkLst>
          <pc:docMk/>
          <pc:sldMk cId="3953437810" sldId="272"/>
        </pc:sldMkLst>
        <pc:spChg chg="mod">
          <ac:chgData name="Максим Савельев" userId="15bbd97c3feb820d" providerId="LiveId" clId="{2E56E7A8-F23E-40E7-8F16-FC52779875E5}" dt="2026-01-19T13:21:07.416" v="115" actId="1076"/>
          <ac:spMkLst>
            <pc:docMk/>
            <pc:sldMk cId="3953437810" sldId="272"/>
            <ac:spMk id="13" creationId="{5770C627-B8C8-D35E-BD61-B8C0CA902BC8}"/>
          </ac:spMkLst>
        </pc:spChg>
        <pc:picChg chg="mod">
          <ac:chgData name="Максим Савельев" userId="15bbd97c3feb820d" providerId="LiveId" clId="{2E56E7A8-F23E-40E7-8F16-FC52779875E5}" dt="2026-01-19T13:20:51.558" v="111" actId="1076"/>
          <ac:picMkLst>
            <pc:docMk/>
            <pc:sldMk cId="3953437810" sldId="272"/>
            <ac:picMk id="2" creationId="{CAC2B6AF-FF7F-DEE9-C4B7-E24C4164F9DD}"/>
          </ac:picMkLst>
        </pc:picChg>
      </pc:sldChg>
      <pc:sldChg chg="modSp mod">
        <pc:chgData name="Максим Савельев" userId="15bbd97c3feb820d" providerId="LiveId" clId="{2E56E7A8-F23E-40E7-8F16-FC52779875E5}" dt="2026-01-19T13:21:51.954" v="122" actId="2711"/>
        <pc:sldMkLst>
          <pc:docMk/>
          <pc:sldMk cId="1574626289" sldId="273"/>
        </pc:sldMkLst>
        <pc:spChg chg="mod">
          <ac:chgData name="Максим Савельев" userId="15bbd97c3feb820d" providerId="LiveId" clId="{2E56E7A8-F23E-40E7-8F16-FC52779875E5}" dt="2026-01-19T13:18:11.700" v="12" actId="2711"/>
          <ac:spMkLst>
            <pc:docMk/>
            <pc:sldMk cId="1574626289" sldId="273"/>
            <ac:spMk id="5" creationId="{85B9DCBB-C06D-73EF-2E75-A71543CA35E0}"/>
          </ac:spMkLst>
        </pc:spChg>
        <pc:spChg chg="mod">
          <ac:chgData name="Максим Савельев" userId="15bbd97c3feb820d" providerId="LiveId" clId="{2E56E7A8-F23E-40E7-8F16-FC52779875E5}" dt="2026-01-19T13:21:51.954" v="122" actId="2711"/>
          <ac:spMkLst>
            <pc:docMk/>
            <pc:sldMk cId="1574626289" sldId="273"/>
            <ac:spMk id="6" creationId="{DC61EBE8-D3E1-4405-C70D-6D4AF201D185}"/>
          </ac:spMkLst>
        </pc:spChg>
      </pc:sldChg>
      <pc:sldChg chg="modSp mod">
        <pc:chgData name="Максим Савельев" userId="15bbd97c3feb820d" providerId="LiveId" clId="{2E56E7A8-F23E-40E7-8F16-FC52779875E5}" dt="2026-01-19T13:19:53.144" v="25" actId="2711"/>
        <pc:sldMkLst>
          <pc:docMk/>
          <pc:sldMk cId="2134374716" sldId="274"/>
        </pc:sldMkLst>
        <pc:spChg chg="mod">
          <ac:chgData name="Максим Савельев" userId="15bbd97c3feb820d" providerId="LiveId" clId="{2E56E7A8-F23E-40E7-8F16-FC52779875E5}" dt="2026-01-19T13:19:53.144" v="25" actId="2711"/>
          <ac:spMkLst>
            <pc:docMk/>
            <pc:sldMk cId="2134374716" sldId="274"/>
            <ac:spMk id="5" creationId="{3B4AEC5A-2CC3-0D8C-222E-C5E478D11C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D603-E8A8-4286-8EA3-1762C7C2DC3C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C0585-9840-46BB-B326-C783A03341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88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D22B-7704-6D15-346F-0BD9942A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320D226-FC30-9DC4-E50D-044F48A93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BEBD1CA-3224-F8BA-B1CC-F19A34ACE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33BB0B-AB74-43F4-B3C8-19A7E2CE5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310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235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86AC-5BF3-E723-0C55-C23311EC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EF49B0E-DB07-09EF-7880-AF671672E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1713E1-D948-2766-526A-A658344E6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095D8F-1408-4B8B-E3C5-90A5721C9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099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328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B553-E3A7-3EBB-1405-267A88286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1170F69-1F96-EFD8-3B0D-D7ED10FF3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91B0DB-1AE9-7FA3-04B2-BAD5A1071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DC1314-B114-2F7D-5F4D-A1AC555C1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181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22175-78A2-DAE1-7F16-067DD6AB9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A11B14-F6AE-6E28-21BD-8BE08815E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D82781-3D80-1891-75A5-78F4D6F67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43F0AF-44C7-A507-ECAE-92D6F6E7C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C0585-9840-46BB-B326-C783A033415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390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70CE6-C417-D95B-8C9A-3083A0FCD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948271-B3ED-A2B2-DC24-89F053071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9C34E6-C3AA-0700-DAC1-E1616F8F7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598D96-2529-3033-4D7F-CBB26374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9E7748-62F9-8D4C-2C7D-7C5DE0DF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364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B37C7E-20FB-76CC-62FA-49BB37B0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E75D40-CDE3-C4C7-034B-C0AF87FCC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8C6B28-FC99-801D-03C9-1CD38C7A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AFDDA2-7A64-BCCE-C2E5-9F1DD784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3EDF52-580C-AF58-32F4-123E2023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218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9AFC6-1654-70F4-6D63-CEB8D3B0A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740260-555C-D819-E865-57F8EBD6B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616427-218C-7CC7-8627-C7937FEA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44ECE-A81F-25BD-4D21-A9E71DB1D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0AB3DE-05F8-73E2-464B-EC7D489AA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810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8C85C-CF18-2DC5-55B8-AA203FF26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67F921-64EE-1EE8-3D6F-00904A03F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BE7E3A-CA24-B3AA-4E4B-12628C23C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49AF6A-44BB-3063-261D-003BDCB0C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2948FA-1D75-3297-D3B5-74C29659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8E0B8A-9623-0E66-8C39-19E49840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43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1B637-C051-E9DC-2116-F5F76324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4D2A53-1A53-8109-69AE-28B4A1A35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294862-65D1-E775-DC67-8CAC986B8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BDC4F0-5195-C37C-6BFA-0E20380BA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8365517-3CA1-2B3F-DA86-358BE1D17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3C4EDD9-AB3E-CF04-5887-9E863DEFB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D103B1-B33C-D3AC-475B-2AA5A728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311C50-1E11-F557-B653-9DAB14A8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5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BF03A-CA98-9BEC-E95E-A42F2806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0AD8AD9-FEC5-4620-C3FF-31EE9100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B0F443-75FA-6099-CDF3-996840B9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771786-E0FE-4BA5-4768-FCA0DBBA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39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5564385-09D0-5ADA-D964-9271E6ECD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A29CA4-A71D-28AF-00CE-2CCB5604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82932A-8D97-2B97-179C-0C668000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29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D204A-AEF8-D92C-E577-9ABB5D11E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15116E-9BE4-3415-CA96-238F233AA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A183C0-D259-ECB1-EF2F-86B7A6F03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76D23D-2A75-65FC-3470-5FACCC8F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85EAD4-8B08-E299-4FCE-15271D5F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996F7F-64BA-174E-3C14-BBC85401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16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10D55-FA61-C36E-2811-71C65DB3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DE19636-CFA0-C404-13AF-8198CF0FD7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676E43-CC68-AFEA-21C0-56D6A228A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463C8D-6DA3-F4A6-03FB-8A43911E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3B8BBE-CEA0-AB9D-A610-911836FF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CE7AAD-1ED7-E446-C323-5BDC8479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71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C1691-721D-F9EA-A8E0-1027CC964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D19FBB-A781-DF74-70B6-0B5AD0BF1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24C90E-A107-553B-4F1B-80EA13046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BD9F99-CAD1-79F1-85F9-E6C1C64C6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8AAFDF-24AF-0744-56DB-DD4BF0DE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80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A3F2AFE-EAB7-A6F6-D72A-4A7B5080B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29FF5A-E90D-5ED9-FA29-0EAC71488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F99EBB-4B38-6B8F-E081-DF90ACCE2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E448EF-222B-5219-63B6-0854BBF0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2FA31E-0ED0-9F30-3CEE-341ED3DC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16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718A8-2EF8-A088-9950-F94C34B77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C5ED3C-C732-465E-7E97-7FDE2183A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68D91A-567C-EB42-C944-ABFFEF015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01693-14C2-435A-B637-161DF964EB5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D3CEC9-D0FE-2CEB-BF14-1ED7C54F7B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149815-5A98-5808-6AC3-36989E1EF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AC2ED-86A4-41F9-A5F6-AD1EDF0BBC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38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CF7F5178-DDD3-CCA2-9C14-8B396D572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1002" y="0"/>
            <a:ext cx="14312347" cy="6858000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9F27A5D5-8568-13BC-C026-84CFF7D46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35" y="1089891"/>
            <a:ext cx="10769601" cy="2859150"/>
          </a:xfrm>
        </p:spPr>
        <p:txBody>
          <a:bodyPr>
            <a:normAutofit/>
          </a:bodyPr>
          <a:lstStyle/>
          <a:p>
            <a:r>
              <a:rPr lang="ru-RU" sz="9600" b="1" dirty="0">
                <a:latin typeface="Arial Black" panose="020B0A04020102020204" pitchFamily="34" charset="0"/>
              </a:rPr>
              <a:t>Круг Испытаний</a:t>
            </a:r>
          </a:p>
        </p:txBody>
      </p:sp>
      <p:sp>
        <p:nvSpPr>
          <p:cNvPr id="14" name="Подзаголовок 13">
            <a:extLst>
              <a:ext uri="{FF2B5EF4-FFF2-40B4-BE49-F238E27FC236}">
                <a16:creationId xmlns:a16="http://schemas.microsoft.com/office/drawing/2014/main" id="{FF983BE5-3A93-B6B7-AF8E-15F949EC4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446" y="5534819"/>
            <a:ext cx="9144000" cy="1488281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Выполнили: Савельев Максим</a:t>
            </a:r>
          </a:p>
          <a:p>
            <a:endParaRPr lang="ru-RU" sz="3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Подзаголовок 13">
            <a:extLst>
              <a:ext uri="{FF2B5EF4-FFF2-40B4-BE49-F238E27FC236}">
                <a16:creationId xmlns:a16="http://schemas.microsoft.com/office/drawing/2014/main" id="{2D612B58-CA20-583D-A1C5-2A6AD1E2BD3B}"/>
              </a:ext>
            </a:extLst>
          </p:cNvPr>
          <p:cNvSpPr txBox="1">
            <a:spLocks/>
          </p:cNvSpPr>
          <p:nvPr/>
        </p:nvSpPr>
        <p:spPr>
          <a:xfrm>
            <a:off x="5505172" y="603011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 err="1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Ташкараев</a:t>
            </a:r>
            <a:r>
              <a:rPr lang="ru-RU" sz="3600" dirty="0">
                <a:solidFill>
                  <a:schemeClr val="bg1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 Руслан</a:t>
            </a:r>
          </a:p>
          <a:p>
            <a:endParaRPr lang="ru-RU" sz="3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00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C5E3C859-4C87-AB37-6EBB-261E0F307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0" y="0"/>
            <a:ext cx="12700000" cy="705955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1B2E32E2-4AE6-4409-820E-F634C645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80" y="339307"/>
            <a:ext cx="11187953" cy="1325563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Arial Black" panose="020B0A04020102020204" pitchFamily="34" charset="0"/>
              </a:rPr>
              <a:t>«Круг Испытаний</a:t>
            </a:r>
            <a:r>
              <a:rPr lang="ru-RU" sz="6000" b="1" dirty="0" smtClean="0">
                <a:latin typeface="Arial Black" panose="020B0A04020102020204" pitchFamily="34" charset="0"/>
              </a:rPr>
              <a:t>».</a:t>
            </a:r>
            <a:r>
              <a:rPr lang="en-US" sz="6000" b="1" dirty="0" smtClean="0">
                <a:latin typeface="Arial Black" panose="020B0A04020102020204" pitchFamily="34" charset="0"/>
              </a:rPr>
              <a:t> </a:t>
            </a:r>
            <a:r>
              <a:rPr lang="ru-RU" sz="6000" b="1" dirty="0" smtClean="0">
                <a:latin typeface="Arial Black" panose="020B0A04020102020204" pitchFamily="34" charset="0"/>
              </a:rPr>
              <a:t> Цели</a:t>
            </a:r>
            <a:endParaRPr lang="ru-RU" sz="6000" b="1" dirty="0">
              <a:latin typeface="Arial Black" panose="020B0A04020102020204" pitchFamily="34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054B5DC6-F63C-EA40-9B4F-7115F5E76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122" y="1839042"/>
            <a:ext cx="117788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5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 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Создать простую игру-рогалик для приятного времяпрепровождения</a:t>
            </a:r>
          </a:p>
          <a:p>
            <a:pPr marL="0" indent="0">
              <a:buNone/>
            </a:pPr>
            <a:endParaRPr lang="ru-RU" sz="3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5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</a:t>
            </a:r>
            <a:r>
              <a:rPr lang="ru-RU" sz="3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Создать уникальных врагов</a:t>
            </a:r>
          </a:p>
          <a:p>
            <a:pPr marL="0" indent="0">
              <a:buNone/>
            </a:pPr>
            <a:endParaRPr lang="ru-RU" sz="3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5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 </a:t>
            </a:r>
            <a:r>
              <a:rPr lang="ru-RU" sz="3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Добавить </a:t>
            </a:r>
            <a:r>
              <a:rPr lang="ru-RU" sz="3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броню</a:t>
            </a:r>
            <a:r>
              <a:rPr lang="ru-RU" sz="3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, </a:t>
            </a:r>
            <a:r>
              <a:rPr lang="ru-RU" sz="3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оружия, расходные предметы</a:t>
            </a:r>
            <a:endParaRPr lang="ru-RU" sz="3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08036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1AC42-B716-F1D1-0CA1-A903A7EF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DD65C6A2-2B5D-2455-C6F0-76618C2B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965" y="0"/>
            <a:ext cx="12700000" cy="705955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7467C00-C176-0E6E-D14A-457B558F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6" y="307695"/>
            <a:ext cx="11187953" cy="1325563"/>
          </a:xfrm>
        </p:spPr>
        <p:txBody>
          <a:bodyPr>
            <a:noAutofit/>
          </a:bodyPr>
          <a:lstStyle/>
          <a:p>
            <a:r>
              <a:rPr lang="ru-RU" sz="6000" b="1" dirty="0">
                <a:latin typeface="Arial Black" panose="020B0A04020102020204" pitchFamily="34" charset="0"/>
              </a:rPr>
              <a:t>«Круг Испытаний». </a:t>
            </a:r>
            <a:r>
              <a:rPr lang="ru-RU" sz="6000" b="1" dirty="0" smtClean="0">
                <a:latin typeface="Arial Black" panose="020B0A04020102020204" pitchFamily="34" charset="0"/>
              </a:rPr>
              <a:t>Задачи</a:t>
            </a:r>
            <a:endParaRPr lang="ru-RU" sz="6000" b="1" dirty="0">
              <a:latin typeface="Arial Black" panose="020B0A04020102020204" pitchFamily="34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C35AC2E-6E5E-C46B-535A-3371268C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60" y="1861037"/>
            <a:ext cx="11254549" cy="49707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</a:t>
            </a:r>
            <a:r>
              <a:rPr lang="ru-RU" sz="35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Найти подходящие модели и создать анимации для игры</a:t>
            </a:r>
          </a:p>
          <a:p>
            <a:pPr marL="0" indent="0">
              <a:buNone/>
            </a:pPr>
            <a:endParaRPr lang="ru-RU" sz="350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5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 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Сделать генерацию бесконечных уровней</a:t>
            </a:r>
          </a:p>
          <a:p>
            <a:pPr marL="0" indent="0">
              <a:buNone/>
            </a:pPr>
            <a:endParaRPr lang="ru-RU" sz="3500" b="1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5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 </a:t>
            </a:r>
            <a:r>
              <a:rPr lang="ru-RU" sz="3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 Изучить необходимые библиотеки для создания игры</a:t>
            </a:r>
          </a:p>
          <a:p>
            <a:pPr marL="0" indent="0">
              <a:buNone/>
            </a:pPr>
            <a:endParaRPr lang="ru-RU" sz="3500" b="1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u-RU" sz="3500" dirty="0">
              <a:solidFill>
                <a:schemeClr val="tx1">
                  <a:lumMod val="95000"/>
                  <a:lumOff val="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55787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034F4-CAEE-9145-9906-2B4E945B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F5856622-59FF-1E4C-D032-099CA83F8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5B9DCBB-C06D-73EF-2E75-A71543CA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00187"/>
          </a:xfrm>
        </p:spPr>
        <p:txBody>
          <a:bodyPr>
            <a:normAutofit/>
          </a:bodyPr>
          <a:lstStyle/>
          <a:p>
            <a:r>
              <a:rPr lang="ru-RU" sz="9600" b="1" dirty="0">
                <a:latin typeface="Century Gothic" panose="020B0502020202020204" pitchFamily="34" charset="0"/>
                <a:cs typeface="Arial" panose="020B0604020202020204" pitchFamily="34" charset="0"/>
              </a:rPr>
              <a:t>Тематика игры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C61EBE8-D3E1-4405-C70D-6D4AF201D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372" y="1500187"/>
            <a:ext cx="10515600" cy="3631173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Игра выполнена в средневековом </a:t>
            </a:r>
            <a:r>
              <a:rPr lang="ru-RU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фентези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стиле</a:t>
            </a:r>
          </a:p>
        </p:txBody>
      </p:sp>
    </p:spTree>
    <p:extLst>
      <p:ext uri="{BB962C8B-B14F-4D97-AF65-F5344CB8AC3E}">
        <p14:creationId xmlns:p14="http://schemas.microsoft.com/office/powerpoint/2010/main" val="15746262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55116E64-45EC-69EE-4973-DF9ACE353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84E9F80-1A8D-4FE3-8845-8882A82D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353800" cy="1500187"/>
          </a:xfrm>
        </p:spPr>
        <p:txBody>
          <a:bodyPr>
            <a:normAutofit fontScale="90000"/>
          </a:bodyPr>
          <a:lstStyle/>
          <a:p>
            <a:r>
              <a:rPr lang="ru-RU" sz="9600" b="1" dirty="0">
                <a:latin typeface="Century Gothic" panose="020B0502020202020204" pitchFamily="34" charset="0"/>
                <a:cs typeface="Arial" panose="020B0604020202020204" pitchFamily="34" charset="0"/>
              </a:rPr>
              <a:t>Генерация комнат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D40369D-EC0D-0A57-1417-CE344227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26894"/>
            <a:ext cx="11944628" cy="3631173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Комнаты будут генерироваться </a:t>
            </a:r>
            <a:r>
              <a:rPr lang="ru-RU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рандомным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образом до самого поражения</a:t>
            </a:r>
          </a:p>
        </p:txBody>
      </p:sp>
    </p:spTree>
    <p:extLst>
      <p:ext uri="{BB962C8B-B14F-4D97-AF65-F5344CB8AC3E}">
        <p14:creationId xmlns:p14="http://schemas.microsoft.com/office/powerpoint/2010/main" val="138614428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B197-89B7-9CF9-1FA1-C66F5D5A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E0C3BEA9-A816-B168-D9D5-F1A366B5D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47A9CEA-F2DF-ACAF-A64F-6EB29B4D9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113226"/>
            <a:ext cx="10515600" cy="1500187"/>
          </a:xfrm>
        </p:spPr>
        <p:txBody>
          <a:bodyPr>
            <a:normAutofit/>
          </a:bodyPr>
          <a:lstStyle/>
          <a:p>
            <a:r>
              <a:rPr lang="ru-RU" sz="9600" b="1" dirty="0">
                <a:latin typeface="Century Gothic" panose="020B0502020202020204" pitchFamily="34" charset="0"/>
                <a:cs typeface="Arial" panose="020B0604020202020204" pitchFamily="34" charset="0"/>
              </a:rPr>
              <a:t>Враги</a:t>
            </a:r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E7B5EB63-1B2A-0B6D-653D-F2CE68B39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13413"/>
            <a:ext cx="12611100" cy="3631173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В нашей игре существует несколько разновидностей врагов с разными характеристиками</a:t>
            </a:r>
          </a:p>
        </p:txBody>
      </p:sp>
    </p:spTree>
    <p:extLst>
      <p:ext uri="{BB962C8B-B14F-4D97-AF65-F5344CB8AC3E}">
        <p14:creationId xmlns:p14="http://schemas.microsoft.com/office/powerpoint/2010/main" val="7680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E833-DD39-DED3-7434-794329C9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45A7AC46-F33A-DA87-BABB-380874B4C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455CB79-FFC1-117B-FD24-D12E3C00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" y="95826"/>
            <a:ext cx="11798040" cy="150018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9600" b="1" dirty="0">
                <a:latin typeface="Century Gothic" panose="020B0502020202020204" pitchFamily="34" charset="0"/>
                <a:cs typeface="Arial" panose="020B0604020202020204" pitchFamily="34" charset="0"/>
              </a:rPr>
              <a:t>Предметы и оружие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61A047-0DFE-B949-871C-FFFD2F28A8BD}"/>
              </a:ext>
            </a:extLst>
          </p:cNvPr>
          <p:cNvSpPr txBox="1"/>
          <p:nvPr/>
        </p:nvSpPr>
        <p:spPr>
          <a:xfrm>
            <a:off x="0" y="1518443"/>
            <a:ext cx="135173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В нашей игре можно купить броню, </a:t>
            </a:r>
          </a:p>
          <a:p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оружие и усиления для более легкого прохождения</a:t>
            </a:r>
          </a:p>
        </p:txBody>
      </p:sp>
    </p:spTree>
    <p:extLst>
      <p:ext uri="{BB962C8B-B14F-4D97-AF65-F5344CB8AC3E}">
        <p14:creationId xmlns:p14="http://schemas.microsoft.com/office/powerpoint/2010/main" val="266538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24B2-39B1-0442-F799-A27DD401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8B8A482B-5055-2DA5-F1D1-BAF80F477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C189BC8-936C-7A09-439D-9C277799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664" y="187621"/>
            <a:ext cx="10515600" cy="1500187"/>
          </a:xfrm>
        </p:spPr>
        <p:txBody>
          <a:bodyPr>
            <a:normAutofit/>
          </a:bodyPr>
          <a:lstStyle/>
          <a:p>
            <a:r>
              <a:rPr lang="ru-RU" sz="9600" b="1" dirty="0">
                <a:latin typeface="Century Gothic" panose="020B0502020202020204" pitchFamily="34" charset="0"/>
                <a:cs typeface="Arial" panose="020B0604020202020204" pitchFamily="34" charset="0"/>
              </a:rPr>
              <a:t>Запасной слайд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AF6C0-FA8E-8472-D1C1-866425F044BF}"/>
              </a:ext>
            </a:extLst>
          </p:cNvPr>
          <p:cNvSpPr txBox="1"/>
          <p:nvPr/>
        </p:nvSpPr>
        <p:spPr>
          <a:xfrm>
            <a:off x="743664" y="1687808"/>
            <a:ext cx="51928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rgbClr val="EE0000"/>
                </a:solidFill>
              </a:rPr>
              <a:t>Мб что-то забыл</a:t>
            </a:r>
          </a:p>
        </p:txBody>
      </p:sp>
    </p:spTree>
    <p:extLst>
      <p:ext uri="{BB962C8B-B14F-4D97-AF65-F5344CB8AC3E}">
        <p14:creationId xmlns:p14="http://schemas.microsoft.com/office/powerpoint/2010/main" val="55832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DEC3-B0EE-9E3E-B80A-EDE51952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6D0AB22C-9D8B-0AD5-AF89-8FBE14FE0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001" y="0"/>
            <a:ext cx="14312347" cy="6858000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B4AEC5A-2CC3-0D8C-222E-C5E478D11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664" y="187621"/>
            <a:ext cx="10515600" cy="1500187"/>
          </a:xfrm>
        </p:spPr>
        <p:txBody>
          <a:bodyPr>
            <a:normAutofit/>
          </a:bodyPr>
          <a:lstStyle/>
          <a:p>
            <a:r>
              <a:rPr lang="ru-RU" sz="9600" b="1" i="1" dirty="0">
                <a:latin typeface="Arial" panose="020B0604020202020204" pitchFamily="34" charset="0"/>
                <a:cs typeface="Arial" panose="020B0604020202020204" pitchFamily="34" charset="0"/>
              </a:rPr>
              <a:t>Запасной слайд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23B360-F147-4709-ADBB-D2BF81833448}"/>
              </a:ext>
            </a:extLst>
          </p:cNvPr>
          <p:cNvSpPr txBox="1"/>
          <p:nvPr/>
        </p:nvSpPr>
        <p:spPr>
          <a:xfrm>
            <a:off x="743664" y="1687808"/>
            <a:ext cx="51928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rgbClr val="EE0000"/>
                </a:solidFill>
              </a:rPr>
              <a:t>Мб что-то забыл</a:t>
            </a:r>
          </a:p>
        </p:txBody>
      </p:sp>
    </p:spTree>
    <p:extLst>
      <p:ext uri="{BB962C8B-B14F-4D97-AF65-F5344CB8AC3E}">
        <p14:creationId xmlns:p14="http://schemas.microsoft.com/office/powerpoint/2010/main" val="213437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1047-D3AD-2DC1-1A7F-9F9F06CA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E0C3617B-8FCD-00E8-EA95-555E1E64D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965" y="0"/>
            <a:ext cx="12700000" cy="7059557"/>
          </a:xfrm>
          <a:prstGeom prst="rect">
            <a:avLst/>
          </a:prstGeom>
        </p:spPr>
      </p:pic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BCD3622-46F6-BA05-A9F9-A128FEA73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539" y="487677"/>
            <a:ext cx="11187953" cy="1325563"/>
          </a:xfrm>
        </p:spPr>
        <p:txBody>
          <a:bodyPr>
            <a:normAutofit fontScale="90000"/>
          </a:bodyPr>
          <a:lstStyle/>
          <a:p>
            <a:r>
              <a:rPr lang="ru-RU" sz="8000" b="1" dirty="0">
                <a:latin typeface="Arial Black" panose="020B0A04020102020204" pitchFamily="34" charset="0"/>
              </a:rPr>
              <a:t>«Круг Испытаний». </a:t>
            </a:r>
            <a:r>
              <a:rPr lang="ru-RU" sz="8000" b="1" dirty="0" smtClean="0">
                <a:latin typeface="Arial Black" panose="020B0A04020102020204" pitchFamily="34" charset="0"/>
              </a:rPr>
              <a:t>Итоги</a:t>
            </a:r>
            <a:endParaRPr lang="ru-RU" sz="8000" b="1" dirty="0">
              <a:latin typeface="Arial Black" panose="020B0A04020102020204" pitchFamily="34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72166C06-FCE5-A7BE-F433-B4437E1A9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235" y="1479411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-</a:t>
            </a:r>
            <a:r>
              <a:rPr lang="ru-RU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  </a:t>
            </a: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cs typeface="Arial" panose="020B0604020202020204" pitchFamily="34" charset="0"/>
              </a:rPr>
              <a:t>«Круг Испытаний» - простая для понимания игра для легкого отдыха с простым и понятным управлением и легким геймплеем</a:t>
            </a:r>
          </a:p>
          <a:p>
            <a:pPr>
              <a:buFont typeface="Wingdings" panose="05000000000000000000" pitchFamily="2" charset="2"/>
              <a:buChar char="ü"/>
            </a:pP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ru-RU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652684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CA7D-47C0-3513-F7D3-D946A569F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Picture background">
            <a:extLst>
              <a:ext uri="{FF2B5EF4-FFF2-40B4-BE49-F238E27FC236}">
                <a16:creationId xmlns:a16="http://schemas.microsoft.com/office/drawing/2014/main" id="{CAC2B6AF-FF7F-DEE9-C4B7-E24C4164F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0" y="0"/>
            <a:ext cx="12700000" cy="7059557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5770C627-B8C8-D35E-BD61-B8C0CA902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578" y="1778000"/>
            <a:ext cx="10784114" cy="2387600"/>
          </a:xfrm>
        </p:spPr>
        <p:txBody>
          <a:bodyPr>
            <a:normAutofit fontScale="90000"/>
          </a:bodyPr>
          <a:lstStyle/>
          <a:p>
            <a:r>
              <a:rPr lang="ru-RU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Спасибо за внимание!</a:t>
            </a:r>
            <a:endParaRPr lang="ru-R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437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144</Words>
  <Application>Microsoft Office PowerPoint</Application>
  <PresentationFormat>Широкоэкранный</PresentationFormat>
  <Paragraphs>39</Paragraphs>
  <Slides>11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Century Gothic</vt:lpstr>
      <vt:lpstr>Times New Roman</vt:lpstr>
      <vt:lpstr>Wingdings</vt:lpstr>
      <vt:lpstr>Тема Office</vt:lpstr>
      <vt:lpstr>Круг Испытаний</vt:lpstr>
      <vt:lpstr>«Круг Испытаний».  Цели</vt:lpstr>
      <vt:lpstr>«Круг Испытаний». Задачи</vt:lpstr>
      <vt:lpstr>Тематика игры</vt:lpstr>
      <vt:lpstr>Генерация комнат</vt:lpstr>
      <vt:lpstr>Враги</vt:lpstr>
      <vt:lpstr>Предметы и оружие</vt:lpstr>
      <vt:lpstr>Запасной слайд</vt:lpstr>
      <vt:lpstr>Запасной слайд</vt:lpstr>
      <vt:lpstr>«Круг Испытаний». Итоги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Круг Испытаний</dc:title>
  <dc:creator>Максим Савельев</dc:creator>
  <cp:lastModifiedBy>user</cp:lastModifiedBy>
  <cp:revision>5</cp:revision>
  <dcterms:created xsi:type="dcterms:W3CDTF">2025-11-19T14:20:54Z</dcterms:created>
  <dcterms:modified xsi:type="dcterms:W3CDTF">2026-01-19T15:05:55Z</dcterms:modified>
</cp:coreProperties>
</file>